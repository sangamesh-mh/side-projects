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AA392C-346B-4700-98B8-144F1C52F162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EDEF8-3FDC-4DC0-9AC9-8CC5A9DA6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8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EDEF8-3FDC-4DC0-9AC9-8CC5A9DA60E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996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99CA3-EA22-1660-9C9B-1C86295AF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79895-02D2-6EAF-198C-452476F0B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6E1F6-AE3E-24A1-05C1-30E10309B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CE9DD-D371-4E6A-84E2-E0FD1B2AFE3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D2106-1FC0-DBAE-6593-87709496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2316D-C587-BC8E-A328-D26CD710F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D896-1542-4603-97E0-9155E8396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805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C340C-DB3C-41B2-00DA-B127324B6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E6D9D-55F6-13FC-53A6-BA6956CF4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46AAF-29D4-43DB-A4A4-550D5C21B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CE9DD-D371-4E6A-84E2-E0FD1B2AFE3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78F81-BD5B-4940-C9C2-AEE76E561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6FA5-424A-EC16-3D3C-B16C65B2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D896-1542-4603-97E0-9155E8396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784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8E45-9D43-E37A-E713-2A3689A7F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A3E3E-3836-3DA9-70E3-460A7FFCC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968A7-CE7C-0B24-5E47-56DDB709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CE9DD-D371-4E6A-84E2-E0FD1B2AFE3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10849-1F71-9DD5-CB48-B3A385E7C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88685-AFD1-6F85-F031-1B9EE645D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D896-1542-4603-97E0-9155E8396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028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3DFDF-3D8F-E413-0BC5-DFA80B32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76C56-8979-D85D-1678-4D5154DE74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A74AD-FDFF-7C97-7D90-78801C2E0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246B5-4213-1935-5121-B9313CEF7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CE9DD-D371-4E6A-84E2-E0FD1B2AFE3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539A0-27E5-A700-4DA8-55ECF2FC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EFD43-98A8-D2FC-E52C-B037B54E6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D896-1542-4603-97E0-9155E8396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85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8963F-DD34-E038-273D-487C69921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D65E7-83FE-F376-3287-AD4367A12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06230-B169-F552-A1E5-F4FFEBC82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66AD2-FED6-9B12-A5C7-17A77E025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76FA4D-F425-4CF7-AA80-C59392B25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6800B-DFDC-6E66-63FE-436FFFEBD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CE9DD-D371-4E6A-84E2-E0FD1B2AFE3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5F3D05-BA9B-9975-000E-8C5C47FD6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B03F4-589A-FF2D-C8FF-A239AA7BD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D896-1542-4603-97E0-9155E8396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45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28DBA-FFB3-CFD8-848B-5AF14CCB6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56D19B-B74C-319A-17FA-2A29B5F54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CE9DD-D371-4E6A-84E2-E0FD1B2AFE3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DBBD6-C0DD-AC28-D2C0-56A48F6CE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DA907-CDA2-972F-40E8-8E4F10759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D896-1542-4603-97E0-9155E8396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84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8C81CF-8F4C-7DA8-C5E3-62F9054AE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CE9DD-D371-4E6A-84E2-E0FD1B2AFE3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3E9EDA-64C4-FBF3-B2BB-EF685FF1D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48143-41B5-ECE4-B8D8-15E9D409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D896-1542-4603-97E0-9155E8396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40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58FA6-F718-EFC5-EBCB-77D2040B5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71A06-1C37-C8A8-B60A-FC4B04295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FEB1A-4109-C587-D181-6ACD7F76B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900D8-46E9-4241-9E39-312CAF343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CE9DD-D371-4E6A-84E2-E0FD1B2AFE3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98C8C-F4EF-25DE-44FD-BADB3CD18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478C0-AEC0-B5C3-4B60-BA0128FA2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D896-1542-4603-97E0-9155E8396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49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CA3F-D108-25E3-3D25-68428D4E7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EC5DF8-56BC-AF87-35A8-F01893C509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5C172-18A5-FDF6-68F2-58A46B628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587DE-4931-787E-74FD-965D8F388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CE9DD-D371-4E6A-84E2-E0FD1B2AFE3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FBD70-C189-7DDE-E350-F7CCFD1E1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49C92-10EE-6D5C-973C-0055508B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D896-1542-4603-97E0-9155E8396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7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37F08-1060-5098-A282-4D2D8C2EC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D0C23-E62E-68C9-D32E-D1E905BE5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CF1E4-65CD-F94C-077E-D224E25A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CE9DD-D371-4E6A-84E2-E0FD1B2AFE3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851AF-E60A-F3F3-11CC-9F6FB9234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7F0E9-997D-B393-ACEE-AC9D066F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D896-1542-4603-97E0-9155E8396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61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75FD97-FEB9-736E-7925-B6625EDF1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28485A-4917-41D4-15D8-F6789B9FB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939E2-1521-2D61-FD5D-5F316C58D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CE9DD-D371-4E6A-84E2-E0FD1B2AFE3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9DC76-53FF-5A99-3966-5F882AAC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FC319-8758-51AB-8284-134057B6A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D896-1542-4603-97E0-9155E8396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597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571233-77E1-5844-315D-DBFDB28A7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A53D9-81B4-D7CD-D54A-580D43417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204CE-BDAA-2EE7-8DD4-4C03498437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CE9DD-D371-4E6A-84E2-E0FD1B2AFE3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A4C16-6748-6FA3-1CF1-0088E1F15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13073-6959-2098-3AF2-826BC7606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0D896-1542-4603-97E0-9155E83960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630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E440D-A51D-4B83-87F5-259D208FE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3950"/>
            <a:ext cx="9144000" cy="1168350"/>
          </a:xfrm>
        </p:spPr>
        <p:txBody>
          <a:bodyPr/>
          <a:lstStyle/>
          <a:p>
            <a:r>
              <a:rPr lang="en-IN" dirty="0"/>
              <a:t>BOOKS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27CB4-BED0-2A2A-35B1-B95A47162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10945"/>
            <a:ext cx="9144000" cy="1884362"/>
          </a:xfrm>
        </p:spPr>
        <p:txBody>
          <a:bodyPr/>
          <a:lstStyle/>
          <a:p>
            <a:r>
              <a:rPr lang="en-IN" dirty="0"/>
              <a:t>About the books that I read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4468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BOOKS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Sangu H</dc:creator>
  <cp:lastModifiedBy>Sangu H</cp:lastModifiedBy>
  <cp:revision>1</cp:revision>
  <dcterms:created xsi:type="dcterms:W3CDTF">2025-09-27T08:04:17Z</dcterms:created>
  <dcterms:modified xsi:type="dcterms:W3CDTF">2025-11-08T08:19:48Z</dcterms:modified>
</cp:coreProperties>
</file>